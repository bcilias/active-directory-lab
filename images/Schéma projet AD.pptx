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5" autoAdjust="0"/>
    <p:restoredTop sz="94660"/>
  </p:normalViewPr>
  <p:slideViewPr>
    <p:cSldViewPr snapToGrid="0">
      <p:cViewPr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039BEE-1354-E549-CB49-866F4CA74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95DF0E-CEA3-7224-8489-181059BD2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2AAF1F-1CE1-F132-7F68-AE3941590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C76B65-A1C2-604E-C0F7-C002847C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E26A02-EC8C-934B-7CEC-04759D06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3249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85734A-2E4B-5651-A90E-94E488EB3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97EDCB-85E1-68C3-E005-15B69BFB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45BD1B-C007-2AF3-758E-CF40C04D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533D01-3D62-CE49-F431-4E2803A4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2AD862-5E2B-DD24-D4A3-6C5CBBFF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242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40D94-12BE-B744-8C47-C94FD848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660860-E5F4-3C91-CF6D-609D91FDC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09C9B7-6B59-8044-48D9-19C9D575F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A63CCC-49A7-1052-17BF-C7AEFD8A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1CCA7-8722-9333-FCFB-482A53CA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59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4C5BB8-80B3-0053-F761-8ED31B8CF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DA7C66-7F52-3D13-BE1C-D5AB0020B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9FB0E9-5A44-CDA8-7C97-012C52583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43A0BA-F410-3EC0-E0D3-77FD8576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A05F35-0522-010A-0FDE-9ACFE852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E176C2-9B1E-D57D-70E5-33632B9A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65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BB9C2-D55A-AEE4-3789-D4002D1E6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04EC95-7FB8-DFE2-D221-42D8191B8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D11ACA-4D99-2C79-0DE8-519850205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F77ACF4-2E3A-FE4B-9293-FD2872038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9141C7-390A-1E21-2AC4-6D1722DDA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49F787-4BD0-3470-17B0-787016F9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47662BF-B092-99B7-7432-76D164507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95EACB-A2BA-1D9A-5649-ACDE873B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107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750022-685A-4BD7-A314-32D55AB31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27CE47F-4F54-02B1-E766-36FC2442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F11C30-75FF-F200-585E-412A5388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2FBB0EC-17B3-D114-A7EE-EF2CAF5C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70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9CEAD62-B650-7165-F1D6-76A187D3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5AC7C7C-998D-C22B-70C9-039828981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AF2941-5ECF-7C67-C20B-4EEF2901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706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584D1E-DE11-A837-A8BE-A2022159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EFD582-7C60-C336-ADCB-146842F05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F8CD80-CF55-A41E-A56A-D30CC7BE8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14B752-1E26-C1C6-ACF1-CC428417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777DE4-8281-52B2-53E9-3FA7FE80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5EA0F2-9FDA-85CA-2F66-F5869D8D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90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966AD8-17C2-AF8E-3CEA-9E0366B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6F47BA7-08C7-1B91-B6BB-B0953E0C0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0691B2-EB5F-5CA0-DA05-9E495BFF3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8F1FC5D-99D3-D2BD-BAA2-9D7DF617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DC4D62-6C78-E40A-CAA7-DBDDD3AE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8F8949-0ABA-664B-7D0A-0865F997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38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3572DA-5B91-BD00-01C9-1167A56C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5558C8-F3C1-5A78-93E7-41F0F7BC2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74EA6A-7048-D227-F821-7C778623C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42D564-2400-3940-535F-0CA8DD1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2179C0-CD27-F63E-E345-313D9136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68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951402-2CA3-754C-BE7F-38B64AC81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7C70BC3-D64D-E4C0-F668-D8F47687F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64FA68-982A-596B-A386-7DF11C0B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D7A5F2-53E1-D7BB-471C-24BC5D7C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CCB6E2-1086-A642-F7C3-D68239F2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951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3C8ADB6-18BB-6AB4-CE21-C55F759A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B9B258-8850-1731-CD05-94651D500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A6650F-3D4B-26AF-6706-FDFB433E8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5C9C8-300D-45CC-98A8-0EC6E176DED5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ACEEC7-2E08-E36D-0798-9D272793C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2A9C86-D77B-C037-AAEA-BC2A2C1DC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DBBF9-9E5B-42DF-924F-4D03A0AC861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11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144C927-D89D-8C3C-50C4-D0AF4139D3E1}"/>
              </a:ext>
            </a:extLst>
          </p:cNvPr>
          <p:cNvSpPr/>
          <p:nvPr/>
        </p:nvSpPr>
        <p:spPr>
          <a:xfrm>
            <a:off x="3088481" y="2790825"/>
            <a:ext cx="1165225" cy="692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E7E85F-3E85-F270-64B9-45DB891349D1}"/>
              </a:ext>
            </a:extLst>
          </p:cNvPr>
          <p:cNvSpPr/>
          <p:nvPr/>
        </p:nvSpPr>
        <p:spPr>
          <a:xfrm>
            <a:off x="8529637" y="2790825"/>
            <a:ext cx="1222375" cy="692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E7DDE8B-5760-5D3D-07D9-0427CD518E82}"/>
              </a:ext>
            </a:extLst>
          </p:cNvPr>
          <p:cNvSpPr/>
          <p:nvPr/>
        </p:nvSpPr>
        <p:spPr>
          <a:xfrm>
            <a:off x="4253707" y="2441575"/>
            <a:ext cx="2330450" cy="1339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Contrôleur de domaine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(Win Server 2019)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AE8564-16A1-8610-7B56-CC8DDA3E522A}"/>
              </a:ext>
            </a:extLst>
          </p:cNvPr>
          <p:cNvSpPr/>
          <p:nvPr/>
        </p:nvSpPr>
        <p:spPr>
          <a:xfrm>
            <a:off x="6584157" y="2790825"/>
            <a:ext cx="1165225" cy="692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468BF347-93FE-F86E-8847-8C861942A858}"/>
              </a:ext>
            </a:extLst>
          </p:cNvPr>
          <p:cNvSpPr/>
          <p:nvPr/>
        </p:nvSpPr>
        <p:spPr>
          <a:xfrm>
            <a:off x="9752012" y="2441575"/>
            <a:ext cx="2330450" cy="1339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Client 1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(Win 10)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Rectangle : avec coins arrondis en diagonale 19">
            <a:extLst>
              <a:ext uri="{FF2B5EF4-FFF2-40B4-BE49-F238E27FC236}">
                <a16:creationId xmlns:a16="http://schemas.microsoft.com/office/drawing/2014/main" id="{D9BF7CB5-9062-1BD7-A623-5647F9DC8192}"/>
              </a:ext>
            </a:extLst>
          </p:cNvPr>
          <p:cNvSpPr/>
          <p:nvPr/>
        </p:nvSpPr>
        <p:spPr>
          <a:xfrm>
            <a:off x="6950075" y="482600"/>
            <a:ext cx="2593975" cy="838200"/>
          </a:xfrm>
          <a:prstGeom prst="round2Diag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Réseau interne</a:t>
            </a:r>
            <a:endParaRPr lang="en-GB" dirty="0"/>
          </a:p>
        </p:txBody>
      </p:sp>
      <p:sp>
        <p:nvSpPr>
          <p:cNvPr id="21" name="Nuage 20">
            <a:extLst>
              <a:ext uri="{FF2B5EF4-FFF2-40B4-BE49-F238E27FC236}">
                <a16:creationId xmlns:a16="http://schemas.microsoft.com/office/drawing/2014/main" id="{67D7A68A-75CB-3A25-8491-4DDA5F4CDD73}"/>
              </a:ext>
            </a:extLst>
          </p:cNvPr>
          <p:cNvSpPr/>
          <p:nvPr/>
        </p:nvSpPr>
        <p:spPr>
          <a:xfrm>
            <a:off x="246062" y="323850"/>
            <a:ext cx="3222626" cy="1993900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C0AD196D-337B-4D12-311B-E4D8980DBB4F}"/>
              </a:ext>
            </a:extLst>
          </p:cNvPr>
          <p:cNvCxnSpPr>
            <a:cxnSpLocks/>
            <a:stCxn id="18" idx="0"/>
            <a:endCxn id="20" idx="1"/>
          </p:cNvCxnSpPr>
          <p:nvPr/>
        </p:nvCxnSpPr>
        <p:spPr>
          <a:xfrm rot="5400000" flipH="1" flipV="1">
            <a:off x="6971904" y="1515667"/>
            <a:ext cx="1470025" cy="10802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rc 32">
            <a:extLst>
              <a:ext uri="{FF2B5EF4-FFF2-40B4-BE49-F238E27FC236}">
                <a16:creationId xmlns:a16="http://schemas.microsoft.com/office/drawing/2014/main" id="{D297B0EF-5499-ECA4-11E3-08B18B471C76}"/>
              </a:ext>
            </a:extLst>
          </p:cNvPr>
          <p:cNvCxnSpPr>
            <a:cxnSpLocks/>
            <a:stCxn id="20" idx="1"/>
            <a:endCxn id="16" idx="0"/>
          </p:cNvCxnSpPr>
          <p:nvPr/>
        </p:nvCxnSpPr>
        <p:spPr>
          <a:xfrm rot="16200000" flipH="1">
            <a:off x="7958932" y="1608931"/>
            <a:ext cx="1470025" cy="893762"/>
          </a:xfrm>
          <a:prstGeom prst="curvedConnector3">
            <a:avLst>
              <a:gd name="adj1" fmla="val 5216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AF3D3D35-24AC-1155-E2FC-1C95325BA69F}"/>
              </a:ext>
            </a:extLst>
          </p:cNvPr>
          <p:cNvSpPr/>
          <p:nvPr/>
        </p:nvSpPr>
        <p:spPr>
          <a:xfrm>
            <a:off x="3088481" y="2800352"/>
            <a:ext cx="1165225" cy="692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NIC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>
                <a:solidFill>
                  <a:srgbClr val="0070C0"/>
                </a:solidFill>
              </a:rPr>
              <a:t>Internet</a:t>
            </a:r>
            <a:r>
              <a:rPr lang="fr-FR" dirty="0">
                <a:solidFill>
                  <a:schemeClr val="tx1"/>
                </a:solidFill>
              </a:rPr>
              <a:t>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9D1F52B-C0E6-0BB4-2E20-8A75D0235E56}"/>
              </a:ext>
            </a:extLst>
          </p:cNvPr>
          <p:cNvSpPr/>
          <p:nvPr/>
        </p:nvSpPr>
        <p:spPr>
          <a:xfrm>
            <a:off x="8529637" y="2800352"/>
            <a:ext cx="1222375" cy="692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NIC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Interne</a:t>
            </a:r>
            <a:r>
              <a:rPr lang="fr-FR" dirty="0">
                <a:solidFill>
                  <a:schemeClr val="tx1"/>
                </a:solidFill>
              </a:rPr>
              <a:t>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AEC58F7-C3CC-EFF7-0BCA-AF4E6FD51E0A}"/>
              </a:ext>
            </a:extLst>
          </p:cNvPr>
          <p:cNvSpPr/>
          <p:nvPr/>
        </p:nvSpPr>
        <p:spPr>
          <a:xfrm>
            <a:off x="6584157" y="2800352"/>
            <a:ext cx="1165225" cy="692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NIC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Interne</a:t>
            </a:r>
            <a:r>
              <a:rPr lang="fr-FR" dirty="0">
                <a:solidFill>
                  <a:schemeClr val="tx1"/>
                </a:solidFill>
              </a:rPr>
              <a:t>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FD4F44D2-BE9B-0F28-0BEB-00664D64BD0F}"/>
              </a:ext>
            </a:extLst>
          </p:cNvPr>
          <p:cNvSpPr txBox="1"/>
          <p:nvPr/>
        </p:nvSpPr>
        <p:spPr>
          <a:xfrm>
            <a:off x="1025525" y="1035050"/>
            <a:ext cx="1663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INTERNET</a:t>
            </a:r>
            <a:endParaRPr lang="fr-FR" dirty="0"/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5C9CBC13-AC34-E85A-D1FF-AF274AF1773B}"/>
              </a:ext>
            </a:extLst>
          </p:cNvPr>
          <p:cNvSpPr txBox="1"/>
          <p:nvPr/>
        </p:nvSpPr>
        <p:spPr>
          <a:xfrm>
            <a:off x="3088481" y="3541266"/>
            <a:ext cx="19938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2">
                    <a:lumMod val="75000"/>
                  </a:schemeClr>
                </a:solidFill>
              </a:rPr>
              <a:t>(DHCP)</a:t>
            </a:r>
          </a:p>
          <a:p>
            <a:r>
              <a:rPr lang="fr-FR" sz="1400" dirty="0">
                <a:solidFill>
                  <a:schemeClr val="accent2">
                    <a:lumMod val="75000"/>
                  </a:schemeClr>
                </a:solidFill>
              </a:rPr>
              <a:t>L'adressage se fera à partir du routeur domestique.</a:t>
            </a:r>
            <a:endParaRPr lang="en-GB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61CA65D5-9642-C95E-43FD-2F9FFA5D28CE}"/>
              </a:ext>
            </a:extLst>
          </p:cNvPr>
          <p:cNvSpPr txBox="1"/>
          <p:nvPr/>
        </p:nvSpPr>
        <p:spPr>
          <a:xfrm>
            <a:off x="8526464" y="3541266"/>
            <a:ext cx="20907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2">
                    <a:lumMod val="75000"/>
                  </a:schemeClr>
                </a:solidFill>
              </a:rPr>
              <a:t>(DHCP)</a:t>
            </a:r>
          </a:p>
          <a:p>
            <a:r>
              <a:rPr lang="fr-FR" sz="1400" dirty="0">
                <a:solidFill>
                  <a:schemeClr val="accent2">
                    <a:lumMod val="75000"/>
                  </a:schemeClr>
                </a:solidFill>
              </a:rPr>
              <a:t>L'adressage se fera à partir du contrôleur de domaine.</a:t>
            </a:r>
            <a:endParaRPr lang="en-GB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D6EDD37-74EE-52E4-89E6-FD27B442009B}"/>
              </a:ext>
            </a:extLst>
          </p:cNvPr>
          <p:cNvSpPr txBox="1"/>
          <p:nvPr/>
        </p:nvSpPr>
        <p:spPr>
          <a:xfrm>
            <a:off x="6509943" y="3545586"/>
            <a:ext cx="20907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IP : 172.16.0.1</a:t>
            </a:r>
          </a:p>
          <a:p>
            <a:r>
              <a:rPr lang="fr-FR" sz="1400" dirty="0"/>
              <a:t>Masque : 255.255.255.0</a:t>
            </a:r>
          </a:p>
          <a:p>
            <a:r>
              <a:rPr lang="en-GB" sz="1400" dirty="0"/>
              <a:t>Passerelle : &lt;vide&gt;</a:t>
            </a:r>
          </a:p>
          <a:p>
            <a:r>
              <a:rPr lang="en-GB" sz="1400" dirty="0"/>
              <a:t>DNS : 127.0.0.1</a:t>
            </a:r>
          </a:p>
        </p:txBody>
      </p:sp>
      <p:cxnSp>
        <p:nvCxnSpPr>
          <p:cNvPr id="73" name="Connecteur : en arc 72">
            <a:extLst>
              <a:ext uri="{FF2B5EF4-FFF2-40B4-BE49-F238E27FC236}">
                <a16:creationId xmlns:a16="http://schemas.microsoft.com/office/drawing/2014/main" id="{14C9DDD5-3303-DCD1-0DC1-09F1B1736459}"/>
              </a:ext>
            </a:extLst>
          </p:cNvPr>
          <p:cNvCxnSpPr>
            <a:cxnSpLocks/>
            <a:stCxn id="64" idx="1"/>
            <a:endCxn id="21" idx="1"/>
          </p:cNvCxnSpPr>
          <p:nvPr/>
        </p:nvCxnSpPr>
        <p:spPr>
          <a:xfrm rot="10800000">
            <a:off x="1857375" y="2315627"/>
            <a:ext cx="1231106" cy="830800"/>
          </a:xfrm>
          <a:prstGeom prst="curved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ZoneTexte 76">
            <a:extLst>
              <a:ext uri="{FF2B5EF4-FFF2-40B4-BE49-F238E27FC236}">
                <a16:creationId xmlns:a16="http://schemas.microsoft.com/office/drawing/2014/main" id="{BD7A2192-58B8-4771-2778-0452F16F105D}"/>
              </a:ext>
            </a:extLst>
          </p:cNvPr>
          <p:cNvSpPr txBox="1"/>
          <p:nvPr/>
        </p:nvSpPr>
        <p:spPr>
          <a:xfrm>
            <a:off x="2878534" y="5225732"/>
            <a:ext cx="17176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Domaine / AD DS</a:t>
            </a:r>
          </a:p>
          <a:p>
            <a:r>
              <a:rPr lang="fr-FR" sz="1400" dirty="0"/>
              <a:t>Nom de domaine : mydomain.com</a:t>
            </a:r>
            <a:endParaRPr lang="en-GB" sz="1400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F3562EB9-B3BA-25B3-B1CF-7F426AD8668A}"/>
              </a:ext>
            </a:extLst>
          </p:cNvPr>
          <p:cNvSpPr txBox="1"/>
          <p:nvPr/>
        </p:nvSpPr>
        <p:spPr>
          <a:xfrm>
            <a:off x="4596210" y="5225732"/>
            <a:ext cx="16454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RAS / NAT</a:t>
            </a:r>
          </a:p>
          <a:p>
            <a:r>
              <a:rPr lang="fr-FR" sz="1400" dirty="0"/>
              <a:t>Extérieur : </a:t>
            </a:r>
            <a:r>
              <a:rPr lang="fr-FR" sz="1400" dirty="0">
                <a:solidFill>
                  <a:srgbClr val="0070C0"/>
                </a:solidFill>
              </a:rPr>
              <a:t>Internet</a:t>
            </a:r>
            <a:endParaRPr lang="fr-FR" sz="1400" dirty="0"/>
          </a:p>
          <a:p>
            <a:r>
              <a:rPr lang="fr-FR" sz="1400" dirty="0"/>
              <a:t>Intérieur : </a:t>
            </a:r>
            <a:r>
              <a:rPr lang="fr-FR" sz="1400" dirty="0">
                <a:solidFill>
                  <a:schemeClr val="accent5">
                    <a:lumMod val="75000"/>
                  </a:schemeClr>
                </a:solidFill>
              </a:rPr>
              <a:t>Interne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5A83E02-7CC4-DC6E-EE93-CCD0F823F83D}"/>
              </a:ext>
            </a:extLst>
          </p:cNvPr>
          <p:cNvSpPr txBox="1"/>
          <p:nvPr/>
        </p:nvSpPr>
        <p:spPr>
          <a:xfrm>
            <a:off x="6241653" y="5225732"/>
            <a:ext cx="23558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DHCP (1 champ)</a:t>
            </a:r>
          </a:p>
          <a:p>
            <a:r>
              <a:rPr lang="en-GB" sz="1400" dirty="0"/>
              <a:t>Etendue : 172.16.0.100-200</a:t>
            </a:r>
          </a:p>
          <a:p>
            <a:r>
              <a:rPr lang="en-GB" sz="1400" dirty="0"/>
              <a:t>Masque : 255.255.255.0</a:t>
            </a:r>
          </a:p>
          <a:p>
            <a:r>
              <a:rPr lang="en-GB" sz="1400" dirty="0"/>
              <a:t>Passerelle : 172.168.0.1</a:t>
            </a:r>
          </a:p>
          <a:p>
            <a:r>
              <a:rPr lang="en-GB" sz="1400" dirty="0"/>
              <a:t>DNS : 172.16.0.1</a:t>
            </a:r>
          </a:p>
        </p:txBody>
      </p: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2D9E0204-CCE3-EFB8-A7C8-3CE4B230C663}"/>
              </a:ext>
            </a:extLst>
          </p:cNvPr>
          <p:cNvCxnSpPr>
            <a:cxnSpLocks/>
            <a:stCxn id="17" idx="2"/>
            <a:endCxn id="83" idx="0"/>
          </p:cNvCxnSpPr>
          <p:nvPr/>
        </p:nvCxnSpPr>
        <p:spPr>
          <a:xfrm>
            <a:off x="5418932" y="3781425"/>
            <a:ext cx="0" cy="1444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CF323239-D34F-0113-06E6-5F17146BB560}"/>
              </a:ext>
            </a:extLst>
          </p:cNvPr>
          <p:cNvCxnSpPr>
            <a:cxnSpLocks/>
          </p:cNvCxnSpPr>
          <p:nvPr/>
        </p:nvCxnSpPr>
        <p:spPr>
          <a:xfrm>
            <a:off x="3737372" y="4800173"/>
            <a:ext cx="36822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E539228-57C6-63D0-B260-8D0FAD671DE9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3737372" y="4802630"/>
            <a:ext cx="0" cy="423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A8DE1E45-8C37-901F-A1C9-661A2BAE92E3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7419578" y="4800173"/>
            <a:ext cx="0" cy="4255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5556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105</Words>
  <Application>Microsoft Office PowerPoint</Application>
  <PresentationFormat>Grand écran</PresentationFormat>
  <Paragraphs>30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Ilias Ben Cheikh</dc:creator>
  <cp:lastModifiedBy>Ilias Ben Cheikh</cp:lastModifiedBy>
  <cp:revision>1</cp:revision>
  <dcterms:created xsi:type="dcterms:W3CDTF">2024-05-05T14:23:44Z</dcterms:created>
  <dcterms:modified xsi:type="dcterms:W3CDTF">2024-05-06T01:19:37Z</dcterms:modified>
</cp:coreProperties>
</file>